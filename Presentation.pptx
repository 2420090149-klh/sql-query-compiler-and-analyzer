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SQL Query Compiler and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8BDF8"/>
                </a:solidFill>
              </a:defRPr>
            </a:pPr>
            <a:r>
              <a:t>A Compiler Design Based SQL Query Analysis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Compiler Design Project</a:t>
            </a:r>
            <a:br/>
            <a:r>
              <a:t>Team Members: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2420030152 - S Anirudh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2420090061 - Satya Harsha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2420090149 - K Dheeran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2420090153 - B Deepak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Introduction: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SQL queries must be parsed and validated before execution.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Traditional SQL processing involves multiple compiler-like stages.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Understanding these stages can be difficult for students.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Our project provides a simplified visual representation of SQL compilation and analysis.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Problem Statement: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"Develop an educational tool that analyzes SQL queries through compiler design phases and provides understandable outputs for each stage."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914400" y="5669280"/>
            <a:ext cx="182880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SQL Query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34640" y="5897880"/>
            <a:ext cx="731520" cy="27432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5669280"/>
            <a:ext cx="182880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77840" y="5897880"/>
            <a:ext cx="731520" cy="27432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5669280"/>
            <a:ext cx="182880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321040" y="5897880"/>
            <a:ext cx="731520" cy="27432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5669280"/>
            <a:ext cx="182880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Objectives &amp;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Objectives: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Perform lexical analysis of SQL queries.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Validate SQL syntax.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Perform semantic analysis using a database schema.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Generate an intermediate representation.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Apply basic query optimization.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Detect and display errors clearly.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Key Features: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Token generation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Syntax validation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Parse Tree / AST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Symbol Table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Semantic error detection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Intermediate code generation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Query optimization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377440" cy="9144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SQL Query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26080" y="214884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377440" cy="9144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Lexical Analysis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2160" y="214884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2377440" cy="9144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Syntax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78240" y="214884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2377440" cy="9144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Semantic Analysis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424160" y="2834640"/>
            <a:ext cx="274320" cy="73152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2377440" cy="9144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Intermediate Code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26080" y="443484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4114800"/>
            <a:ext cx="2377440" cy="9144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Optimization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443484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2377440" cy="9144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Query Plan</a:t>
            </a:r>
          </a:p>
        </p:txBody>
      </p:sp>
      <p:sp>
        <p:nvSpPr>
          <p:cNvPr id="16" name="Can 15"/>
          <p:cNvSpPr/>
          <p:nvPr/>
        </p:nvSpPr>
        <p:spPr>
          <a:xfrm>
            <a:off x="9235440" y="914400"/>
            <a:ext cx="1371600" cy="1371600"/>
          </a:xfrm>
          <a:prstGeom prst="can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Schema /</a:t>
            </a:r>
            <a:br/>
            <a:r>
              <a:t>Symbol Table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875520" y="2286000"/>
            <a:ext cx="182880" cy="164592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Lexical and Syntax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4ADE80"/>
                </a:solidFill>
              </a:defRPr>
            </a:pPr>
            <a:r>
              <a:t>Example Query: SELECT name FROM students WHERE age &gt; 18;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Lexical Analysis: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SELECT → KEYWORD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name → IDENTIFIER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FROM → KEYWORD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students → IDENTIFIER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WHERE → KEYWORD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age → IDENTIFIER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&gt; → OPERATOR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18 → NUMBER</a:t>
            </a:r>
          </a:p>
          <a:p>
            <a:pPr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0" y="1828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Syntax Analysis (Parse Tree):</a:t>
            </a:r>
          </a:p>
          <a:p>
            <a:pPr>
              <a:defRPr sz="1800">
                <a:solidFill>
                  <a:srgbClr val="FFFFFF"/>
                </a:solidFill>
              </a:defRPr>
            </a:p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SELECT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├── Columns → name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├── FROM → students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└── WHERE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└── age &gt; 18</a:t>
            </a:r>
          </a:p>
          <a:p>
            <a:pPr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8BDF8"/>
                </a:solidFill>
              </a:defRPr>
            </a:pPr>
            <a:r>
              <a:t>Lexical analysis converts SQL into tokens, while syntax analysis checks whether the tokens follow the defined grammar.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Semantic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38BDF8"/>
                </a:solidFill>
              </a:defRPr>
            </a:pPr>
            <a:r>
              <a:t>Semantic analysis verifies whether the query is meaningful according to the database schema.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Database Schema (students)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-----------------------------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id          INT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name        VARCHAR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age         INT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marks       FLOAT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department  VARCHAR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0" y="20116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ADE80"/>
                </a:solidFill>
              </a:defRPr>
            </a:pPr>
          </a:p>
          <a:p>
            <a:pPr>
              <a:defRPr sz="2000">
                <a:solidFill>
                  <a:srgbClr val="4ADE80"/>
                </a:solidFill>
              </a:defRPr>
            </a:pPr>
            <a:r>
              <a:t>Validations:</a:t>
            </a:r>
          </a:p>
          <a:p>
            <a:pPr>
              <a:defRPr sz="2000">
                <a:solidFill>
                  <a:srgbClr val="4ADE80"/>
                </a:solidFill>
              </a:defRPr>
            </a:pPr>
            <a:r>
              <a:t>✓ Table exists</a:t>
            </a:r>
          </a:p>
          <a:p>
            <a:pPr>
              <a:defRPr sz="2000">
                <a:solidFill>
                  <a:srgbClr val="4ADE80"/>
                </a:solidFill>
              </a:defRPr>
            </a:pPr>
            <a:r>
              <a:t>✓ Column exists</a:t>
            </a:r>
          </a:p>
          <a:p>
            <a:pPr>
              <a:defRPr sz="2000">
                <a:solidFill>
                  <a:srgbClr val="4ADE80"/>
                </a:solidFill>
              </a:defRPr>
            </a:pPr>
            <a:r>
              <a:t>✓ Data types are compatible</a:t>
            </a:r>
          </a:p>
          <a:p>
            <a:pPr>
              <a:defRPr sz="2000">
                <a:solidFill>
                  <a:srgbClr val="4ADE80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0" y="4114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87171"/>
                </a:solidFill>
              </a:defRPr>
            </a:pPr>
          </a:p>
          <a:p>
            <a:pPr>
              <a:defRPr sz="2000">
                <a:solidFill>
                  <a:srgbClr val="F87171"/>
                </a:solidFill>
              </a:defRPr>
            </a:pPr>
            <a:r>
              <a:t>Error Example:</a:t>
            </a:r>
          </a:p>
          <a:p>
            <a:pPr>
              <a:defRPr sz="2000">
                <a:solidFill>
                  <a:srgbClr val="F87171"/>
                </a:solidFill>
              </a:defRPr>
            </a:pPr>
            <a:r>
              <a:t>SELECT salary FROM students;</a:t>
            </a:r>
          </a:p>
          <a:p>
            <a:pPr>
              <a:defRPr sz="2000">
                <a:solidFill>
                  <a:srgbClr val="F87171"/>
                </a:solidFill>
              </a:defRPr>
            </a:pPr>
          </a:p>
          <a:p>
            <a:pPr>
              <a:defRPr sz="2000">
                <a:solidFill>
                  <a:srgbClr val="F87171"/>
                </a:solidFill>
              </a:defRPr>
            </a:pPr>
            <a:r>
              <a:t>❌ Semantic Error: Column 'salary' does not exist</a:t>
            </a:r>
          </a:p>
          <a:p>
            <a:pPr>
              <a:defRPr sz="2000">
                <a:solidFill>
                  <a:srgbClr val="F87171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Intermediate Representation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ADE80"/>
                </a:solidFill>
              </a:defRPr>
            </a:pPr>
            <a:r>
              <a:t>Query: SELECT name FROM students WHERE age &gt; 18;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Before Optimization: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SCAN students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PROJECT name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FILTER age &gt; 18</a:t>
            </a:r>
          </a:p>
          <a:p>
            <a:pPr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8BDF8"/>
                </a:solidFill>
              </a:defRPr>
            </a:pP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After Optimization: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SCAN students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FILTER age &gt; 18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PROJECT name</a:t>
            </a:r>
          </a:p>
          <a:p>
            <a:pPr>
              <a:defRPr sz="1800">
                <a:solidFill>
                  <a:srgbClr val="38BDF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Intermediate Code: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T1 = SCAN students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T2 = FILTER T1 WHERE age &gt; 18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T3 = PROJECT T2(name)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RETURN T3</a:t>
            </a:r>
          </a:p>
          <a:p>
            <a:pPr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The optimizer rearranges operations (e.g., filtering before projection) to reduce unnecessary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Expected Output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ADE80"/>
                </a:solidFill>
              </a:defRPr>
            </a:pPr>
          </a:p>
          <a:p>
            <a:pPr>
              <a:defRPr sz="2000">
                <a:solidFill>
                  <a:srgbClr val="4ADE80"/>
                </a:solidFill>
              </a:defRPr>
            </a:pPr>
            <a:r>
              <a:t>Interactive Dashboard Pipeline:</a:t>
            </a:r>
          </a:p>
          <a:p>
            <a:pPr>
              <a:defRPr sz="2000">
                <a:solidFill>
                  <a:srgbClr val="4ADE80"/>
                </a:solidFill>
              </a:defRPr>
            </a:pPr>
            <a:r>
              <a:t>SQL Editor → Tokens → Syntax Status → Semantic Status</a:t>
            </a:r>
          </a:p>
          <a:p>
            <a:pPr>
              <a:defRPr sz="2000">
                <a:solidFill>
                  <a:srgbClr val="4ADE80"/>
                </a:solidFill>
              </a:defRPr>
            </a:pPr>
            <a:r>
              <a:t>→ Parse Tree → Intermediate Code → Optimization Result → Errors</a:t>
            </a:r>
          </a:p>
          <a:p>
            <a:pPr>
              <a:defRPr sz="2000">
                <a:solidFill>
                  <a:srgbClr val="4ADE80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Technology Stack: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Frontend: HTML, CSS, JavaScript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Compiler Logic: JavaScript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Database Schema: Custom schema representation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Visualization: Interactive web interface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Expected Outcome: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"A simple educational platform that visually demonstrates how SQL queries pass through major compiler phases."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SQL Query Compiler and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Team: S Anirudh | Satya Harsha | K Dheeran | B Deepak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